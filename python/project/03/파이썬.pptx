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아직 한참 남았다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와 오늘 오타 진짜 많다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